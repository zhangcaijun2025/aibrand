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notesSlides/notesSlide1.xml" Type="http://schemas.openxmlformats.org/officeDocument/2006/relationships/notesSlide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39" Target="notesSlides/notesSlide1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5.xml" Type="http://schemas.openxmlformats.org/officeDocument/2006/relationships/notesSlide"/><Relationship Id="rId41" Target="notesSlides/notesSlide16.xml" Type="http://schemas.openxmlformats.org/officeDocument/2006/relationships/notesSlide"/><Relationship Id="rId42" Target="notesSlides/notesSlide17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大家好，欢迎参加本次关于AiBrand AI编辑器的产品设计与UI落地规范分享。今天，我将向大家详细介绍这款产品的核心理念、架构设计、UI规范以及未来的迭代规划。希望通过这次分享，能让大家对产品有一个全面而深入的了解。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介绍产品的整体定位和愿景。接着，深入探讨其独特的双维度架构和创作流程。第三部分将聚焦于UI设计系统和具体规范。第四部分会展示详细的页面原型和核心交互设计。最后，我们将讨论项目的迭代规划和交付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第一部分：产品概述。AiBrand的核心定位是一款AI驱动的内容编辑器，但我们强调“编辑为主，AI为辅”。我们的设计哲学是让用户回归创作的主导地位，AI只是一个强大的助手。我们的目标用户是所有需要高效产出高质量内容的专业人士。在架构上，PC端采用经典的三栏布局，而移动端则适配为更灵活的单栏分步式设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第二部分，产品架构。我们创新性地提出了“空间”与“时间”双维度信息架构。空间维度体现在经典的三栏布局上，各司其职。而时间维度则通过我们核心的“树形版本树”功能实现，它允许用户在任意历史版本上创建分支，轻松管理和迭代针对不同平台的内容版本，这极大地提升了创作效率和灵活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标准创作流程覆盖了从选题到发布的全链路。特别值得一提的是几个AI独有的流程节点。首先是“重做”功能，它可以基于当前内容快速生成新的版本。其次是“Diff内嵌对比”，我们创新地将内容变更直接在原文中高亮显示，而不是传统的分屏对比，这让用户能更直观地看到AI带来的变化，决策更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状态管理方面，我们做了精细化的设计。我们摒弃了过去多平台共用一个加载状态的低效模式，改为为每个任务提供独立的生命周期管理。这意味着即使一个平台生成失败，也不会影响其他平台，并且可以单独重试。我们还引入了“部分就绪态”，让用户可以立刻开始编辑已完成的内容，无需等待全部任务结束，大大提升了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部分，我们来看UI设计系统。首先，我们会沿用公司已有的基础设计规范，如色彩、字号和栅格系统。在此基础上，我们新增了一个关键要求：所有核心组件必须建立完整的状态矩阵。这意味着在Figma中，每个组件都要有Default、Hover、Disabled、Loading等所有交互状态的变体，以确保交互的完整性和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AI生成这一核心体验，我们制定了标准的三阶段进度UI。从最初的需求解析，到中间的流式生成，再到最后的生成收尾，每个阶段都有明确的页面表现和文案提示。一个重要的原则是，我们绝对不会向用户展示任何技术术语，所有文案都将是用户友好的，专注于告知用户当前的进度和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布局方面，PC端和移动端遵循不同的规则。PC端采用24栅格系统，固定为左6、中12、右6的三栏布局，侧边栏可折叠以扩大编辑区。移动端则采用更符合触控习惯的单栏分步流转布局，通过顶部的进度条引导用户完成从选模板到发布的全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部分，我们来深入了解页面原型和核心交互。首先看PC端的顶部和底部。顶部通栏包含了面包屑导航、页面标题和全局操作区，方便用户随时进行预览、保存等操作。底部状态栏则提供了实用信息，如自动保存状态、字数统计和剩余的AI生成额度，让用户对工作状态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配置区是创作的起点。这里集成了品牌知识卡片，可以自动带入品牌规范。我们将模板选择从传统的下拉框升级为更直观的横向卡片网格。最重要的是，我们取消了“一键生成”，改为分步确认流程，让用户在选题、大纲和分段生成的每一步都能进行确认，确保对内容的完全掌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编辑区是用户的核心工作区。我们提供了全文编辑、Diff对比和手机预览三种模式。AI交互被设计得非常便捷，用户只需选中文本，即可唤出悬浮工具栏进行局部润色或重写。所有由AI修改的内容都会有明确的标记，方便用户追溯和管理。整个编辑区也会根据不同状态，呈现空白初始化、生成中骨架和编辑完成态三种形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右侧面板是辅助创作的强大工具。这里集成了实时热点、内容数据预估和素材库。当然，最核心的是树形版本树，它以可视化的方式清晰地展示了内容的演变历史和分支，是我们产品的一大特色。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我们的核心交互规范。首先是分步确认式创作，确保用户对内容的掌控。其次是独立的“撤销AI”功能，精准地管理AI的修改。第三是Diff内嵌高亮对比，提供无缝的内容比对体验。最后是品牌知识的自动注入，大大提升了创作效率。这四大交互设计共同构成了我们产品流畅、高效且可控的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看项目规划。我们将所有功能分为P0、P1、P2三个优先级。P0是首期必须落地的基础，包括设计系统和布局骨架。P1是一期迭代的核心功能，包含了我们前面提到的三大核心交互。P2则是二期的优化和扩展，包括暗黑模式等。这样的分级有助于我们集中资源，确保核心体验的优先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支持高效协作，我们还制定了标准的Figma文件目录结构。设计规范、PC原型、移动端原型和预留迭代内容都有清晰的划分。这套结构将确保所有设计师和开发者都能快速找到所需资源，保证设计资产的一致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6.svg" Type="http://schemas.openxmlformats.org/officeDocument/2006/relationships/image"/><Relationship Id="rId11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33.png" Type="http://schemas.openxmlformats.org/officeDocument/2006/relationships/image"/><Relationship Id="rId4" Target="../media/image34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8.svg" Type="http://schemas.openxmlformats.org/officeDocument/2006/relationships/image"/><Relationship Id="rId11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svg" Type="http://schemas.openxmlformats.org/officeDocument/2006/relationships/image"/><Relationship Id="rId11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53.png" Type="http://schemas.openxmlformats.org/officeDocument/2006/relationships/image"/><Relationship Id="rId4" Target="../media/image54.svg" Type="http://schemas.openxmlformats.org/officeDocument/2006/relationships/image"/><Relationship Id="rId5" Target="../media/image55.png" Type="http://schemas.openxmlformats.org/officeDocument/2006/relationships/image"/><Relationship Id="rId6" Target="../media/image56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5.png" Type="http://schemas.openxmlformats.org/officeDocument/2006/relationships/image"/><Relationship Id="rId4" Target="../media/image66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67.png" Type="http://schemas.openxmlformats.org/officeDocument/2006/relationships/image"/><Relationship Id="rId8" Target="../media/image68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2.svg" Type="http://schemas.openxmlformats.org/officeDocument/2006/relationships/image"/><Relationship Id="rId11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69.png" Type="http://schemas.openxmlformats.org/officeDocument/2006/relationships/image"/><Relationship Id="rId4" Target="../media/image70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1.jpeg" Type="http://schemas.openxmlformats.org/officeDocument/2006/relationships/image"/><Relationship Id="rId3" Target="../notesSlides/notesSlide17.xml" Type="http://schemas.openxmlformats.org/officeDocument/2006/relationships/notesSlide"/><Relationship Id="rId4" Target="../media/image7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858000" y="2540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AiBrand AI 编辑器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858000" y="3810000"/>
            <a:ext cx="76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58000" y="41910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产品设计与UI落地规范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549" flipH="false" flipV="false">
            <a:off x="6858009" y="5454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858000" y="5651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汇报人：产品设计部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292605" flipH="false" flipV="false">
            <a:off x="9067800" y="58865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398000" y="5651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cmpd="sng" cap="flat">
            <a:solidFill>
              <a:srgbClr val="E6CFCF">
                <a:alpha val="4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968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66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产品概述与核心定位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17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深入理解产品的使命、愿景与目标用户，明确产品在市场中的核心价值主张。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48200" y="1968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48200" y="266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产品架构与核心流程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48200" y="317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解析创新的双维度信息架构，梳理从需求输入到产出的标准化创作与协作流程。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26400" y="177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26400" y="177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80400" y="19685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80400" y="2667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UI设计系统与规范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80400" y="3175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详解基础设计规范、组件状态定义，以及AI生成进度反馈等关键UI的视觉标准。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4191000"/>
            <a:ext cx="5245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4381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16000" y="5080000"/>
            <a:ext cx="457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页面原型与核心交互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5524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展示PC端与移动端的详细页面布局方案，定义核心功能的交互逻辑与用户体验规范。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61100" y="4191000"/>
            <a:ext cx="52451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61100" y="4191000"/>
            <a:ext cx="762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15100" y="4381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15100" y="5080000"/>
            <a:ext cx="457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项目规划与交付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15100" y="5524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明确版本迭代的优先级排序，建立设计资产的统一管理规范与最终交付验收标准。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产品概述与核心定位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9558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核心定位：AI驱动的内容共创伙伴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167" flipH="false" flipV="false">
            <a:off x="1016008" y="253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30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区别于纯对话式生成器，AiBrand 是一款以用户编辑为主导，AI 提供辅助生成与改写的内容编辑器。我们坚持“人是主体，AI 是助手”，让技术服务于创作的灵感与表达。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167" flipH="false" flipV="false">
            <a:off x="1016008" y="393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1783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目标用户：专业内容创作者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26000"/>
            <a:ext cx="4762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聚焦市场营销、文案策划、新媒体运营等专业人士。为需要在多平台高效产出高质量、差异化内容的创作者，提供更智能、更高效的生产工具与工作流支持。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86500" y="1651000"/>
            <a:ext cx="52705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1968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1968500"/>
            <a:ext cx="438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PC端：沉浸式三栏工作台布局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167" flipH="false" flipV="false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540500" y="2857500"/>
            <a:ext cx="476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采用经典的固定三栏结构：左侧为参数配置与指令区，中间为沉浸式主编辑区，右侧为AI辅助建议与素材区。最大化利用屏幕空间，建立流畅、高效的专业创作环境。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167" flipH="false" flipV="false">
            <a:off x="6540508" y="4184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B7280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445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112000" y="4445000"/>
            <a:ext cx="438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移动端：轻量单栏分步式交互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540500" y="50800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适配移动设备触控交互习惯，采用单栏分步式布局，将复杂功能拆解为线性流程，支持随时随地的内容构思、编辑与管理，实现多端创作无缝衔接。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产品架构与核心流程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685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空间维度：横向三栏协同架构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167" flipH="false" flipV="false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3048000"/>
            <a:ext cx="1524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3238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43000" y="3810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318000"/>
            <a:ext cx="127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聚合品牌知识库、模板选择与多端发布设置，为创作提供基础支撑。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30500" y="3048000"/>
            <a:ext cx="1524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2857500" y="3238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857500" y="3810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主编辑区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857500" y="4318000"/>
            <a:ext cx="127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集成富文本编辑与AI辅助功能，是内容创作与迭代的核心工作区域。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81500" y="3048000"/>
            <a:ext cx="1524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08500" y="3238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508500" y="3810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辅助区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08500" y="4318000"/>
            <a:ext cx="127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提供版本树视图、实时热点参考与素材资源库，赋能创作灵感与回溯。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1651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86500" y="1651000"/>
            <a:ext cx="52705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40500" y="1968500"/>
            <a:ext cx="476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时间维度：树形分支版本管理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167" flipH="false" flipV="false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540500" y="2921000"/>
            <a:ext cx="476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摒弃传统平铺式历史列表，采用树形分支机制，支持在任意历史节点创建新分支，实现同一初稿快速衍生多平台差异化内容。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540500" y="4064000"/>
            <a:ext cx="4762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67500" y="4191000"/>
            <a:ext cx="4508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V0 (原始初稿)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├─ 分支A【小红书】：V1改标题 → V2 AI润色 → 发布成品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└─ 分支B【抖音】：V3全手动改写 → V4局部AI微调 → 发布成品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6223000"/>
            <a:ext cx="10795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6273800"/>
            <a:ext cx="1054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双维度架构重塑了内容创作流程，既保障了操作的直观性，又实现了版本管理的极致灵活。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产品架构与核心流程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为确保内容质量与创作可控性，我们构建了从选题策划到数据回流的全链路标准化创作流程，将人工决策与AI能力深度融合，实现每一步的可追溯与可优化。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25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选题策划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精准定位内容方向，确立创作核心主题与目标受众。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667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30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模板匹配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卡片式快速选模板，适配不同平台的内容展现形式。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知识载入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自动关联品牌知识库，将核心信息无缝融入创作初稿。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分步生成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按段落/模块分步确认生成，把控内容生成的节奏与质量。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82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445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 正文编辑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人工介入精细化润色，调整语句逻辑与表达风格。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033000" y="2667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096500" y="2768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06 局部改写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针对特定片段调用AI优化，保留优质内容，迭代瑕疵部分。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064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" y="4165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07 版本管理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支持撤销AI操作，多版本分平台独立保存，灵活回溯。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667000" y="4064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730500" y="4165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08 差异高亮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Diff技术直观展示内容变更，删除标红、新增标绿清晰可见。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0" y="4064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35500" y="4165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09 效果预览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一键预览多平台发布后的真实呈现效果，提前规避排版问题。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064000"/>
            <a:ext cx="1651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40500" y="4165600"/>
            <a:ext cx="1524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10 分开发布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适配不同平台规则，一键分发内容，提升发布效率。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82000" y="4064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445500" y="4165600"/>
            <a:ext cx="3175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11 数据回流与迭代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回收各平台内容数据表现，反哺选题与创作模型，形成“创作-发布-优化”的正向闭环。</a:t>
            </a:r>
          </a:p>
        </p:txBody>
      </p:sp>
      <p:cxnSp>
        <p:nvCxnSpPr>
          <p:cNvPr name="Connector 27" id="27"/>
          <p:cNvCxnSpPr/>
          <p:nvPr/>
        </p:nvCxnSpPr>
        <p:spPr>
          <a:xfrm rot="-4092" flipH="false" flipV="false">
            <a:off x="762004" y="532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62000" y="5524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5651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397000" y="55880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智能重做 (Regenerate)：版本分支化管理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以当前正文为Prompt生成全新版本，并自动创建独立分支，无需手动复制粘贴，让每一次AI尝试都有迹可循，灵活对比优劣。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350000" y="55245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56515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6985000" y="5588000"/>
            <a:ext cx="457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Diff内嵌对比：沉浸式直观决策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摒弃传统左右分屏，在原文中直接高亮显示变更（删红增绿），用户可沉浸式阅读并决策，大幅提升内容校对与优化的效率。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产品架构与核心流程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针对AI生成的异步特性，我们设计了更精细化的状态管理规则，打破传统单一状态限制，有效提升用户操作效率与内容产出体验。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87500" y="31750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独立任务生命周期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946" flipH="false" flipV="false">
            <a:off x="10160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0160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废除多平台共用loading的模式，为每个生成任务建立独立的生命周期：待生成、生成中、成功、失败。任务失败可单独重试，互不干扰，保障流程稳定性。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317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07000" y="31750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新增「部分就绪态」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355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在多平台批量生成场景中，无需等待全量任务完成，只要有平台生成成功，用户即可对该部分内容即时编辑；失败项可独立发起重试，避免整单回退。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921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317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826500" y="3175000"/>
            <a:ext cx="241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全链路状态矩阵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946" flipH="false" flipV="false">
            <a:off x="82550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55000" y="4064000"/>
            <a:ext cx="2921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构建覆盖内容全生命周期的完整状态体系：草稿态 → 生成中 → 编辑态 → 部分就绪 → 生成失败 → 已发布，让每一步流程都有明确的状态指引。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UI设计系统与规范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基础设计规范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603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产品整体视觉风格将沿用公司已有的设计规范，在色彩、字号、栅格与组件形态上保持高度统一，确保品牌视觉输出的一致性与专业性。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810000"/>
            <a:ext cx="2286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39370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87500" y="3937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标准化色彩系统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规范品牌色、功能色与中性色的使用场景与数值定义。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3810000"/>
            <a:ext cx="2286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556000" y="39370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000500" y="3937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栅格与版式规范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确立8px基准栅格、字号层级与组件圆角的统一规则。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651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1905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新增：组件全状态矩阵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240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2603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核心组件在Figma中建立完整Variant变体，覆盖Default、Hover、Disabled等全交互状态，保障用户操作的反馈一致性。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3683000"/>
            <a:ext cx="4699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7465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按钮组件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298918" flipH="false" flipV="false">
            <a:off x="7531100" y="3994243"/>
            <a:ext cx="43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874000" y="37465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完整覆盖 Default / Hover / Pressed / Disabled / Loading 五大核心状态。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5720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4635500"/>
            <a:ext cx="203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输入框交互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补充 Error、Focus 状态，实现输入反馈闭环，提升表单易用性。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0" y="4572000"/>
            <a:ext cx="2286000" cy="1079500"/>
          </a:xfrm>
          <a:prstGeom prst="roundRect">
            <a:avLst>
              <a:gd name="adj" fmla="val 0"/>
            </a:avLst>
          </a:prstGeom>
          <a:solidFill>
            <a:srgbClr val="22C55E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17000" y="4635500"/>
            <a:ext cx="2032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容器与标签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功能卡片补充 Empty 空状态；标签组件规范 Disabled 不可用样式。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60325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61849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1397000" y="6121400"/>
            <a:ext cx="977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通过系统化的规范与全状态组件库，确保产品界面的一致性，同时提升开发还原效率与用户体验。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UI设计系统与规范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49400" y="2095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需求解析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21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预估时长：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0～3s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页面表现：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编辑区展示全骨架屏，引导用户稍作等待。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用户文案：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正在分析需求：识别行业、平台与创作风格。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95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232400" y="2095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流式生成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99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99000" y="2921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预估时长：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3～15s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页面表现：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标题至正文逐字流式输出，模拟人类书写过程。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用户文案：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正在分段生成内容，为您打磨更贴合的表达。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128000" y="1778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95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915400" y="2095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生成收尾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4946" flipH="false" flipV="false">
            <a:off x="8382014" y="2724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382000" y="2921000"/>
            <a:ext cx="2921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预估时长：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15～30s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页面表现：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展示完整生成内容，悬浮卡片提供评分与建议。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用户文案：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生成完成！已为内容打分，并提供优化建议。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334000"/>
            <a:ext cx="10795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mpd="sng" cap="flat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5245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524000" y="5461000"/>
            <a:ext cx="977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核心体验原则：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严禁向用户展示任何后端技术术语（如“调用LLM”、“接口请求中”等）。所有交互文案均需聚焦用户视角，确保体验的简洁性、专业性与友好度，让技术隐形于流畅的操作流程中。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UI设计系统与规范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057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PC端：栅格化多栏布局体系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24栅格黄金分配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采用经典的 左6栅格 / 中12栅格 / 右6栅格 三栏结构，兼顾功能分区与视觉平衡，让信息层级清晰有序。</a:t>
            </a:r>
          </a:p>
        </p:txBody>
      </p:sp>
      <p:cxnSp>
        <p:nvCxnSpPr>
          <p:cNvPr name="Connector 10" id="10"/>
          <p:cNvCxnSpPr/>
          <p:nvPr/>
        </p:nvCxnSpPr>
        <p:spPr>
          <a:xfrm rot="-9167" flipH="false" flipV="false">
            <a:off x="1016008" y="4311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5085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灵活的折叠交互特性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左右侧边栏支持一键收起/展开，在复杂操作场景下可最大化编辑区域，提升专业用户的创作效率。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159500" y="1778000"/>
            <a:ext cx="52705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59500" y="1778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2095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85000" y="2057400"/>
            <a:ext cx="406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移动端：单栏分步流转引导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167" flipH="false" flipV="false">
            <a:off x="64135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13500" y="3048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沉浸式单栏交互体验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贴合移动端触控习惯，采用垂直单栏布局，配合顶部全局进度条，让用户在有限屏幕中聚焦当前任务，减少认知负荷。</a:t>
            </a:r>
          </a:p>
        </p:txBody>
      </p:sp>
      <p:cxnSp>
        <p:nvCxnSpPr>
          <p:cNvPr name="Connector 18" id="18"/>
          <p:cNvCxnSpPr/>
          <p:nvPr/>
        </p:nvCxnSpPr>
        <p:spPr>
          <a:xfrm rot="-9167" flipH="false" flipV="false">
            <a:off x="6413508" y="4311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413500" y="4508500"/>
            <a:ext cx="47625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标准化的四步创作闭环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梳理核心路径：选模板 → 填需求 → AI生成 → 编辑发布，通过流程化引导降低用户操作门槛，提升任务完成率。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880100"/>
            <a:ext cx="431800" cy="431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651000" y="5816600"/>
            <a:ext cx="952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核心价值：遵循“PC重效率、移动重引导”的设计原则，通过统一的规范适配两端场景，实现用户体验的一致性与操作的连贯性。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页面原型与核心交互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22860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Header 顶部通栏布局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302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3403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导航定位：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面包屑层级清晰展示当前路径（工作台 / AI创作 / 新建文稿），帮助用户快速回溯与切换项目。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445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143000" y="45466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全局控制：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居中展示页面核心标题，右侧聚合高频操作区，集成自动保存状态、草稿管理、预览模式、版本回溯与批量发布功能，操作触手可及。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048500" y="2286000"/>
            <a:ext cx="381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Footer 底部状态反馈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6477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477000" y="3302000"/>
            <a:ext cx="4699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403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实时状态：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实时显示自动保存的云端同步状态，并统计当前文稿字数，让用户随时掌握创作进度与数据安全。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445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5466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资源管理：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直观呈现用户套餐剩余的AI生成额度，辅以进度条式视觉提醒，帮助用户合理规划资源使用，避免关键创作场景中断。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6350000"/>
            <a:ext cx="10668000" cy="4572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" y="64262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核心价值：通过顶部全局控制与底部信息反馈的闭环设计，构建了高效、安全且信息透明的用户操作环境。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页面原型与核心交互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19685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74800" y="1930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品牌知识卡片：智能信息回填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730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系统自动带入品牌核心信息、Slogan与禁用词库，支持实时编辑与多品牌快速切换，确保内容输出始终符合品牌规范，减少人工校对成本。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07200" y="1968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89800" y="1930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模板区：横向卡片网格交互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44" flipH="false" flipV="false">
            <a:off x="6807209" y="253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807200" y="2730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摒弃传统下拉框，采用可视化横向卡片展示模板。卡片集成平台类型、文案风格与转化数据，Hover时弹出内容预览，帮助用户更直观地选择匹配场景的创作模板。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43815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74800" y="434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基础配置：多维参数精准设定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44" flipH="false" flipV="false">
            <a:off x="1092209" y="4946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92200" y="5143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支持发布平台多选、内容篇幅自定义与创作风格（正式/活泼/专业等）的组合配置，通过模块化选项让用户快速锁定内容基调，提升创作效率。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807200" y="43815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289800" y="4343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分步生成：全流程可控的创作体验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44" flipH="false" flipV="false">
            <a:off x="6807209" y="4946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807200" y="5143500"/>
            <a:ext cx="46228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取消“一键生成”，改为“选题获取→大纲确认→分段生成”的三步确认流程，支持单段暂停与跳过，让用户在每个环节都能介入决策，确保内容质量可控。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页面原型与核心交互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2225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多模式核心布局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167" flipH="false" flipV="false">
            <a:off x="10160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984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顶部Tab栏集成“全文编辑、Diff对比、手机预览”三种核心视图，满足用户从创作、校对到多端适配的全流程需求，布局清晰直观，切换流畅。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86500" y="2032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2222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75500" y="22225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便捷的AI悬浮交互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167" flipH="false" flipV="false">
            <a:off x="6540508" y="2787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540500" y="2984500"/>
            <a:ext cx="476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选中文本即刻唤出悬浮工具栏，支持“局部润色、AI重写、撤销AI、再试一版”功能，将智能能力无缝融入编辑动作，降低操作门槛。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508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45085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可追溯的AI操作标记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167" flipH="false" flipV="false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1016000" y="5207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由AI改写的段落附带专属悬浮标签，清晰展示“AI改写、撤销、再试试”选项，让每一处智能修改都有迹可循，便于用户管理和回溯内容变更。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43180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40500" y="4508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75500" y="4508500"/>
            <a:ext cx="4127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全流程动态状态切换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167" flipH="false" flipV="false">
            <a:off x="6540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540500" y="5207000"/>
            <a:ext cx="476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编辑区支持“空白初始化、生成中骨架、编辑完成态”三种页面形态平滑切换，配合骨架屏与状态提示，优化用户在内容生成过程中的等待体验。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页面原型与核心交互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平台实时热点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597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794000"/>
            <a:ext cx="46228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聚合全网热门话题与趋势关键词，支持一键检索与快速粘贴入正文，帮助创作者紧跟流量风口，提升内容的时效性与吸引力。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07200" y="1968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366000" y="196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内容数据 &amp; 标签预估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44" flipH="false" flipV="false">
            <a:off x="6807209" y="2597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807200" y="2794000"/>
            <a:ext cx="46228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基于AI算法深度分析内容语义，智能预估传播表现，并自动推荐高关联度、高搜索量的关键词标签，优化内容分发效率。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4381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651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树形版本树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44" flipH="false" flipV="false">
            <a:off x="1092209" y="5010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92200" y="5207000"/>
            <a:ext cx="46228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核心交互模块，以可视化的树形结构清晰展示内容的版本演变、分支创建与历史回溯，让每一次修改都有迹可循，管理更直观。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807200" y="4381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366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素材快捷库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44" flipH="false" flipV="false">
            <a:off x="6807209" y="50101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807200" y="5207000"/>
            <a:ext cx="46228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集成常用图片、链接、模板等素材资源，支持拖拽式快速插入与分类管理，大幅简化内容编辑流程，提升创作效率。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页面原型与核心交互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92200" y="1968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96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分步确认式创作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444" flipH="false" flipV="false">
            <a:off x="1092209" y="266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92200" y="2794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摒弃“一键生成”的黑盒模式，在选题、大纲、分段生成的每个环节设置手动确认节点，让用户全程把控内容方向与质量，从源头降低偏差风险。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53200" y="19685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239000" y="1968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独立撤销AI操作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444" flipH="false" flipV="false">
            <a:off x="6553209" y="2660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553200" y="2794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提供专属的“撤销AI”功能，仅回退选中段落的AI修改结果，不影响用户手动编辑的其他内容，与全局撤销形成互补，实现对内容修改的精细化管理。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92200" y="43815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Diff内嵌高亮对比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444" flipH="false" flipV="false">
            <a:off x="1092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92200" y="5207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在原文语境中直接以颜色标注改动：删除内容标红、新增内容标绿。这种内嵌式的对比方式，保留了上下文连贯性，避免了传统双屏对比的割裂感。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19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553200" y="4381500"/>
            <a:ext cx="457200" cy="457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239000" y="4381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品牌知识自动注入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444" flipH="false" flipV="false">
            <a:off x="6553209" y="5073650"/>
            <a:ext cx="462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553200" y="52070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将创作页与品牌知识库深度绑定，新建内容时自动带入预设的品牌Slogan、产品参数与合规话术，极大减少用户重复填写信息的繁琐工作，保障输出规范。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项目规划与交付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27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为确保项目有序推进，我们将功能需求拆解为P0、P1、P2三个优先级等级，分阶段落地核心价值。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413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2374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P0 首期落地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4323" flipH="false" flipV="false">
            <a:off x="9525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952500" y="3175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聚焦基础建设与核心体验，优先完成全组件样式统一与状态变体搭建，定型PC/移动端布局骨架。落实三阶loading、独立失败重试、面包屑导航及全局草稿自动保存机制，保障系统稳定性。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159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2413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16500" y="2374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P1 一期迭代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45720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572000" y="3175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优化交互体验与功能深度，上线卡片式模板选择器与品牌知识自动注入功能。落地基础版本树架构，实现分步生成、AI撤销及Diff高亮三大核心交互，提升内容创作的灵活性与可控性。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159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215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2413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636000" y="23749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P2 二期优化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4323" flipH="false" flipV="false">
            <a:off x="8191513" y="2978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191500" y="3175000"/>
            <a:ext cx="3048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深化资产与扩展能力，完善精细化热点库与素材库。实现版本树完整分支派生、一键多平台分版导出，并完成暗黑模式的全场景设计与适配，全面提升系统的扩展性与用户体验。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52500" y="5943600"/>
            <a:ext cx="10287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通过优先级分级策略，我们能够集中核心资源保障P0基础能力稳健落地，同时有序推进后续迭代，确保项目节奏可控、价值稳步释放。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项目规划与交付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1930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DesignSystem 设计规范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291" flipH="false" flipV="false">
            <a:off x="1016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2667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建立标准化的色彩、文字与间距样式体系，规范组件状态矩阵与基础组件库，确保全项目设计资产的一致性与复用性，为高效协作奠定基础。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778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968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921500" y="1930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PC-Prototype PC端原型设计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9291" flipH="false" flipV="false">
            <a:off x="6477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477000" y="2667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搭建完整的PC端交互原型，涵盖空白初始页、内容生成中状态页及编辑完成页，清晰还原用户在桌面端的核心操作流程与视觉反馈。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460500" y="4343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Mobile-Prototype 移动端原型流程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291" flipH="false" flipV="false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016000" y="5080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适配移动端交互逻辑，构建“选模板-填需求-生成内容-编辑发布”的四步完整闭环，确保移动端用户操作的流畅性与便捷性。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191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4343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Extension 预留迭代与扩展规划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9291" flipH="false" flipV="false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77000" y="5080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提前规划高阶版本功能树，预留暗黑模式配色方案与扩展图层，为产品未来的功能迭代、场景拓展提供可维护的设计资源支撑。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0861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588000" y="4318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82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| 欢迎大家提出问题，共同探讨交流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{"Label":"1","ContentProducer":"001191110102MACQD9K64010000","ProduceID":"7646763297340967884","ReservedCode1":"","ContentPropagator":"","PropagateID":"","ReservedCode2":""}</vt:lpwstr>
  </property>
</Properties>
</file>