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汇报关于AiBrand智能内容工厂项目的风险应对与优化策略。在项目推进过程中，我们识别了潜在的技术、成本、合规等多维度风险，并制定了一套系统性的解决方案。本次汇报将详细阐述这些策略，旨在将项目从一个高风险的探索性项目，转变为一个高稳定、低成本、可规模化的AI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围绕五个核心部分展开。首先是技术层，我们将探讨如何通过架构升级实现系统的稳定、快速和高效。其次是成本层，展示如何将毛利率从52%提升至85%。第三是合规层，确保内容安全且易于拓展。第四是体验与商业化，我们将介绍如何提升用户体验并优化定价策略。最后是运维与资产管理，展示如何高效搭建监控体系并沉淀知识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首先看技术层面。我们的核心优化在于架构升级。通过引入Model Fallback Chain，我们不仅大幅提升了系统稳定性，还显著降低了成本。同时，将工作流拆分为独立的子流程，增强了系统的容错能力和用户体验。最后，通过优化数据存储方案，解决了潜在的性能瓶颈。这些措施共同构成了一个更稳健、高效的技术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成本控制。我们的目标是将毛利率从52%提升到85%。通过实施“LLM成本四件套”——包括模型替换、智能缓存、渐进式生成和用户分级，我们成功将单条内容的成本从0.13美元降至0.04美元。同时，在基础设施层面，通过优化代理IP和数据来源，有效控制了隐形成本。这些措施确保了项目具备强大的盈利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合规层面，我们采取了业界最稳妥的架构。通过结合规则引擎和LLM，我们将内容漏检率控制在1%以下，远低于单纯依赖LLM的方案。同时，我们也考虑了用户上传素材的版权风险，并设计了可插拔的行业拓展方案，为未来进入医疗、金融等垂直领域奠定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体验和商业化是项目成功的关键。我们通过重构流式体验，将用户的等待焦虑转化为参与感，极大提升了用户留存。在定价上，我们参考了竞品并结合自身价值，提出了更合理的分级方案，预计可将客单价提升50%。同时，采用按Token计费的方式，确保了商业模式的公平与可持续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运维和资产管理方面，我们强调高效和低成本。通过整合一系列优秀的开源工具，我们可以在2小时内搭建起一套完整的全链路监控体系。更重要的是，我们将建立“AI运营最佳实践”知识库，将宝贵的运营经验沉淀为可复用的团队资产，这将成为我们长期的核心竞争力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通过我们提出的一系列优化策略，AiBrand智能内容工厂已经成功地从一个存在诸多风险的项目，转变为一个具备高稳定性、低成本、超体验和高毛利的可规模化AI平台。我们有信心将其打造成为行业内的标杆产品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8.svg" Type="http://schemas.openxmlformats.org/officeDocument/2006/relationships/image"/><Relationship Id="rId11" Target="../notesSlides/notesSlide8.xml" Type="http://schemas.openxmlformats.org/officeDocument/2006/relationships/notesSlide"/><Relationship Id="rId12" Target="../media/image39.png" Type="http://schemas.openxmlformats.org/officeDocument/2006/relationships/image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143C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 智能内容工厂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17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8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风险应对与优化策略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207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5334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汇报人：[你的名字]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31254" flipH="false" flipV="false">
            <a:off x="5778500" y="5708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350000" y="5334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技术层：架构升级，稳、快、省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30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通过LLM路由分发、工作流精细化拆分与存储深度优化，构建高效、稳定且成本可控的底层技术架构。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19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成本层：毛利率从 52% → 85%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1016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318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落地LLM成本优化四件套，结合基础设施资源调度与冗余裁剪，实现业务毛利率的跨越式提升。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07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合规层：漏检率 &lt;1%，安全可拓展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1016009" y="570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58166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搭建全链路合规检测架构，完善版权防控与风险预警机制，保障业务在安全框架下快速拓展。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90316" flipH="false" flipV="false">
            <a:off x="39687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350000" y="1905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203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体验&amp;商业化：价值拉满，定价合理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549" flipH="false" flipV="false">
            <a:off x="6604009" y="266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604000" y="2857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打造低延迟流式交互体验，建立基于Token消耗的精细化计费体系，在提升用户感知价值的同时，制定灵活且合理的分层定价策略，实现用户与平台的双赢。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4318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431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04000" y="444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运维&amp;资产：开源高效，2小时搭建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549" flipH="false" flipV="false">
            <a:off x="6604009" y="507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604000" y="5207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基于开源生态构建高效监控体系，实现项目2小时快速搭建部署；同时建立自动化知识沉淀机制，将业务经验转化为可复用的数字资产，降低长期运维成本。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01. 技术层：架构升级，稳、快、省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34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LLM 路由（核心策略）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Model Fallback Chain 架构，以 DeepSeek 为主力模型，GPT-5-mini 做兜底保障，Claude Sonnet 承接高阶需求，结合多模型投票与评分 Agent 实现自动选优调度。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946" flipH="false" flipV="false">
            <a:off x="1016014" y="481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5080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收益：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系统稳定性提升 90%，调用成本降低 70%，同时确保内容质量一致性提升 80%。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349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143500" y="234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工作流拆分（容错机制）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35500" y="3302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将原6步串行工作流重构为3个解耦的独立子工作流：A(意图解析+策略生成)、B(内容生成与润色)、C(智能质检+自动发布)，实现流程解耦与独立调度。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4635514" y="481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635500" y="5080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收益：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单点失败不回滚，关键节点缓存命中率翻倍，用户交互响应更顺滑，系统容错能力显著增强。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349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763000" y="234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存储分层优化（性能突破）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946" flipH="false" flipV="false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255000" y="3302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实施冷热数据分离：MongoDB 仅存储核心元数据，详细交互日志与大文件存入 MinIO/RustFS 对象存储，MongoDB 中仅保留高效的文件引用路径。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4946" flipH="false" flipV="false">
            <a:off x="8255014" y="481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8255000" y="5080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收益：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大幅减少数据库负载，核心元数据查询性能提升 10 倍，同时降低了持久化存储的成本与维护复杂度。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02. 成本层：毛利率从 52% → 85%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EDF2F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524000"/>
          </a:xfrm>
          <a:prstGeom prst="roundRect">
            <a:avLst>
              <a:gd name="adj" fmla="val 0"/>
            </a:avLst>
          </a:prstGeom>
          <a:solidFill>
            <a:srgbClr val="71809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单条内容生成成本（优化前）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$0.13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2540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基于GPT-5-mini全量生成，无复用机制，边际成本高。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7ED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76200" cy="1524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5621"/>
                </a:solidFill>
                <a:latin typeface="Noto Sans SC"/>
                <a:ea typeface="Noto Sans SC"/>
                <a:cs typeface="Noto Sans SC"/>
                <a:sym typeface="Noto Sans SC"/>
              </a:rPr>
              <a:t>单条内容生成成本（优化后）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413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$0.04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0" y="2540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C422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综合模型替换与缓存复用，成本降幅达 69%，毛利率大幅提升。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81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LLM 成本优化四件套：全链路精细化管控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44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4572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4546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模型架构替换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9098" flipH="false" flipV="false">
            <a:off x="8890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89000" y="5207000"/>
            <a:ext cx="228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替代 GPT-5-mini 处理预处理任务，直接降低70%基础调用成本。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67100" y="444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94100" y="4572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3975100" y="4546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高维向量缓存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9098" flipH="false" flipV="false">
            <a:off x="35941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594100" y="5207000"/>
            <a:ext cx="228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设定相似度&gt;0.92自动复用历史结果，大幅提升缓存命中率，减少重复生成。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72200" y="444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99200" y="4572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680200" y="4546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渐进式内容生成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9098" flipH="false" flipV="false">
            <a:off x="62992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299200" y="5207000"/>
            <a:ext cx="228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采用“先标题后全文”策略，过滤低质量需求，减少30%无意义的内容生成。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77300" y="444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04300" y="45720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385300" y="4546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用户分层运营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9098" flipH="false" flipV="false">
            <a:off x="90043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9004300" y="5207000"/>
            <a:ext cx="228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免费用户用轻量模型，Pro用户用高性能模型，精准匹配资源投入与用户价值。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03. 合规层：漏检率 &lt;1%，安全可拓展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2860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合规检测标准架构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111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混合模式方案：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采用“规则引擎(90%) + LLM补充(10%)”架构，兼顾精准匹配与语境理解能力。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闭环管控流程：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自动修正优先，辅以人工兜底复核，保障内容安全后再最终发布。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内容漏检率从传统模式的15–20%大幅降至</a:t>
            </a:r>
            <a:r>
              <a:rPr lang="en-US" b="true" i="false" strike="noStrike" u="none" sz="14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&lt;1%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，远超行业基准。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28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43500" y="22860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版权风险全维防控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45720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72000" y="3111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技术溯源识别：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用户上传图片时自动提取EXIF元数据，并联动全网反向图片检索技术，快速定位素材原始来源，排查侵权隐患。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权责清晰界定：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在服务条款中明确用户素材的版权归属与使用责任，建立事前告知、事中监测、事后处理的完整版权防护体系。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286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22860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可插拔行业拓展架构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323" flipH="false" flipV="false">
            <a:off x="8191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191500" y="3111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灵活架构设计：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采用“基础合规流程 + 行业专属插件”的解耦模式，确保核心逻辑稳定的同时，支持行业特性的快速适配与迭代。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垂直场景落地：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医疗行业加载合规预检插件，严控医疗术语与信息发布规范；金融行业集成风险提示插件，强化理财产品与投资内容的合规审查，适配高监管要求领域。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B46C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969000"/>
            <a:ext cx="1028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以“技术+制度”双重保障筑牢安全基石，兼顾通用性与行业定制化，为业务拓展构建稳健、合规的底层支撑体系。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04. 体验&amp;商业化：价值拉满，定价合理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98600" y="2260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流式体验重构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将60秒等待转化为实时分段输出，让用户“看见”AI的工作过程，消除等待焦虑。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成效：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用户感知速度提升300%，关键节点流失率降低50%，参与感显著增强。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81600" y="2260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定价策略升级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99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免费版：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3条/月 (完整流程体验)，¥0门槛引流。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Pro版：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100条/月，定价¥299/月，客单价提升50%。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企业版：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500条/月+定制服务，¥999/月，锁定高价值客户。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D893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286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37600" y="2260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按Token消耗计费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946" flipH="false" flipV="false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550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变革：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摒弃传统的“按条数”粗放计费，改为按实际“AI Token消耗”精细化结算。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对用户更公平透明，成本可控；对平台能避免复杂内容亏本，保障商业模式的长期可持续性。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ED893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8166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用户感知速度</a:t>
            </a:r>
            <a:r>
              <a:rPr lang="en-US" b="true" i="false" strike="noStrike" u="none" sz="20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↑ 300%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14074" flipH="false" flipV="false">
            <a:off x="4318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826000" y="58166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关键节点流失率</a:t>
            </a:r>
            <a:r>
              <a:rPr lang="en-US" b="true" i="false" strike="noStrike" u="none" sz="20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↓ 50%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14074" flipH="false" flipV="false">
            <a:off x="7620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128000" y="5816600"/>
            <a:ext cx="317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Pro版客单价</a:t>
            </a:r>
            <a:r>
              <a:rPr lang="en-US" b="true" i="false" strike="noStrike" u="none" sz="20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↑ 50%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05. 运维&amp;资产：开源高效，2小时搭建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全链路监控体系：低成本、高效率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整合成熟的开源免费工具链，无需高昂商业软件成本，即可实现从模型成本、工作流执行到用户行为的全维度覆盖。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6B46C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4038600"/>
            <a:ext cx="1968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核心监控工具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Dify Dashboard (成本)、n8n (工作流)、Sentry (错误追踪)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3937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6B46C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4038600"/>
            <a:ext cx="1968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体验与可用性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Umami/Plausible (用户行为)、Uptime Kuma (服务健康)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080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收益：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完全零成本投入，团队技术人员仅需 2 小时即可完成整套体系的部署与调试。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6B46C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159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知识资产沉淀：从个人经验到团队核心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46C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2984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 Dify 中构建专属的“AI 运营最佳实践”知识库，将零散的操作经验系统化，形成可复用、可迭代的团队知识资产。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3937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6B46C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038600"/>
            <a:ext cx="1968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运营方法论沉淀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高转化 Prompt 模板库、各行业选题策略、爆款标题生成公式。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0" y="3937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6B46C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4038600"/>
            <a:ext cx="1968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数据验证结论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 A/B 测试记录、用户反馈分析、模型迭代效果对比档案。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5080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B46C1"/>
                </a:solidFill>
                <a:latin typeface="Noto Sans SC"/>
                <a:ea typeface="Noto Sans SC"/>
                <a:cs typeface="Noto Sans SC"/>
                <a:sym typeface="Noto Sans SC"/>
              </a:rPr>
              <a:t>收益：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有效降低新人学习成本，避免经验流失，让每一次成功的尝试都成为团队的长期竞争力。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6B46C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60452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524000" y="5969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通过标准化的监控体系保障服务稳定，以系统化的知识库沉淀经验价值，实现运维与资产的双重高效管理。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从风险项目到可规模化AI平台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84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高稳定 · 架构升级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79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2921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完成底层架构重构，具备极强的容错与自愈能力，保障系统在高并发场景下的持续稳定运行。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222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2184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 · 效益跃升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540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2921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通过资源优化与流程简化，产品毛利率从初始的 52% 大幅提升至 85%，显著降低运营成本。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000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3962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超体验 · 极速响应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1079509" y="4565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79500" y="4699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引入流式交互技术，用户感知速度提升 300%，实现了近乎实时的内容生成与反馈，体验极致流畅。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381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000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3962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高毛利 · 商业闭环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18" flipH="false" flipV="false">
            <a:off x="6540509" y="4565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4699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确立了合理的定价策略与可持续的商业模式，在保障用户价值的同时，构建了健康的盈利增长体系。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ED893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71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结论：通过系统性的架构重构与策略优化，AiBrand智能内容工厂已具备成为一个高价值、可规模化AI产品的全部条件，为行业树立了新的标杆。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{"Label":"1","ContentProducer":"001191110102MACQD9K64010000","ProduceID":"7646703704935467991","ReservedCode1":"","ContentPropagator":"","PropagateID":"","ReservedCode2":""}</vt:lpwstr>
  </property>
</Properties>
</file>